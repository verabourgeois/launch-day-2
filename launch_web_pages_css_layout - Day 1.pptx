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template as a small website with three HTML pages and one CSS file. The goal is for students to know what to edit and how changes appear in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each HTML page links to styles.css. Students can change one CSS file and see changes across the whole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difference between the head and body. The head contains hidden page information. The body contains visible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the visible page regions. Emphasize that they do not have to understand every line at once; they can start by changing content in the section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Clicking a menu item loads another HTML file in the same folder. If the filename in href is misspelled, the link will not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CSS syntax. Students should practice changing one value at a time, saving, then refreshing the browser to see the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layout as stacked blocks: header, navigation, main cards, footer. Mention the media query in styles.css makes navigation stack on small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low-risk path: replace placeholders first, then experiment with CSS colors and spacing.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class checklist. Remind students to save files before refreshing and to keep filenames exactly the same for links to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Student Website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76656" y="15819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872"/>
                </a:solidFill>
              </a:rPr>
              <a:t>How the web pages work and how CSS creates the layout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76656" y="2148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22037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19072" y="214884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2F9E44"/>
          </a:solidFill>
          <a:ln w="12700">
            <a:solidFill>
              <a:srgbClr val="2F9E4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19072" y="22037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61488" y="214884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59F00"/>
          </a:solidFill>
          <a:ln w="12700">
            <a:solidFill>
              <a:srgbClr val="F59F0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1488" y="22037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Layout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49440" y="777240"/>
            <a:ext cx="4389120" cy="5212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777240"/>
            <a:ext cx="4389120" cy="411480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4032" y="91440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91440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79792" y="91440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896112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872"/>
                </a:solidFill>
              </a:rPr>
              <a:t>student website preview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32320" y="1417320"/>
            <a:ext cx="4023360" cy="77724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6550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Welcome to My Website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2194560"/>
            <a:ext cx="4023360" cy="365760"/>
          </a:xfrm>
          <a:prstGeom prst="rect">
            <a:avLst/>
          </a:prstGeom>
          <a:solidFill>
            <a:srgbClr val="163D63"/>
          </a:solidFill>
          <a:ln w="12700">
            <a:solidFill>
              <a:srgbClr val="163D6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231343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Home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823960" y="231343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About Me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058400" y="231343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My Town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452360" y="2834640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2944368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99"/>
                </a:solidFill>
              </a:rPr>
              <a:t>Home Page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35240" y="3154680"/>
            <a:ext cx="301752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3639312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374904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99"/>
                </a:solidFill>
              </a:rPr>
              <a:t>My Favorite Things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635240" y="3959352"/>
            <a:ext cx="301752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2360" y="4443984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4553712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99"/>
                </a:solidFill>
              </a:rPr>
              <a:t>Picture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635240" y="4764024"/>
            <a:ext cx="301752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6126480"/>
            <a:ext cx="9875520" cy="0"/>
          </a:xfrm>
          <a:prstGeom prst="line">
            <a:avLst/>
          </a:prstGeom>
          <a:noFill/>
          <a:ln w="12700">
            <a:solidFill>
              <a:srgbClr val="CCD6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62727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72"/>
                </a:solidFill>
              </a:rPr>
              <a:t>A beginner-friendly guide for editing the 3-page template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8B"/>
                </a:solidFill>
              </a:rPr>
              <a:t>Launch web pages | 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has four main files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72"/>
                </a:solidFill>
              </a:rPr>
              <a:t>Students edit content in HTML and design in CSS.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536192"/>
            <a:ext cx="1764792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index.html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Home page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46120" y="141732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92424" y="1536192"/>
            <a:ext cx="1764792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aboutme.html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About the student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0" y="141732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61304" y="1536192"/>
            <a:ext cx="1764792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mytown.html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Town or city page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83880" y="14173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1536192"/>
            <a:ext cx="2039112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styles.css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Colors, fonts, spacing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26080" y="2761488"/>
            <a:ext cx="2651760" cy="0"/>
          </a:xfrm>
          <a:prstGeom prst="line">
            <a:avLst/>
          </a:prstGeom>
          <a:noFill/>
          <a:ln w="25400">
            <a:solidFill>
              <a:srgbClr val="2F9E4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0" y="2761488"/>
            <a:ext cx="-1188720" cy="0"/>
          </a:xfrm>
          <a:prstGeom prst="line">
            <a:avLst/>
          </a:prstGeom>
          <a:noFill/>
          <a:ln w="25400">
            <a:solidFill>
              <a:srgbClr val="2F9E4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37560" y="24231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FF8E6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2542032"/>
            <a:ext cx="345643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All 3 HTML pages use the same CSS file.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That means one design can style the whole site.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384048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3986784"/>
            <a:ext cx="4425696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href="styles.css"&gt;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9320" y="4096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B34"/>
                </a:solidFill>
              </a:rPr>
              <a:t>This line connects the page to the CSS design file.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8B"/>
                </a:solidFill>
              </a:rPr>
              <a:t>Launch web pages | 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gives the page structure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72"/>
                </a:solidFill>
              </a:rPr>
              <a:t>The browser reads tags from top to bottom.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892040" cy="4937760"/>
          </a:xfrm>
          <a:prstGeom prst="roundRect">
            <a:avLst>
              <a:gd name="adj" fmla="val 1495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80744"/>
            <a:ext cx="4562856" cy="4681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&lt;title&gt;Home&lt;/title&gt;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&lt;link rel="stylesheet" href="styles.css"&gt;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&lt;header&gt;...&lt;/header&gt;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&lt;nav&gt;...&lt;/nav&gt;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&lt;main&gt;...&lt;/main&gt;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&lt;footer&gt;...&lt;/footer&gt;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23444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47104" y="1353312"/>
            <a:ext cx="40965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B34"/>
                </a:solidFill>
              </a:rPr>
              <a:t>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B34"/>
                </a:solidFill>
              </a:rPr>
              <a:t>Information about the page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96596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7104" y="2084832"/>
            <a:ext cx="40965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B34"/>
                </a:solidFill>
              </a:rPr>
              <a:t>body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B34"/>
                </a:solidFill>
              </a:rPr>
              <a:t>Everything visitors can see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69748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2816352"/>
            <a:ext cx="40965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B34"/>
                </a:solidFill>
              </a:rPr>
              <a:t>header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B34"/>
                </a:solidFill>
              </a:rPr>
              <a:t>Title and welcome message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42900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3547872"/>
            <a:ext cx="40965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B34"/>
                </a:solidFill>
              </a:rPr>
              <a:t>nav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B34"/>
                </a:solidFill>
              </a:rPr>
              <a:t>Links to other pages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16052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4279392"/>
            <a:ext cx="40965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B34"/>
                </a:solidFill>
              </a:rPr>
              <a:t>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B34"/>
                </a:solidFill>
              </a:rPr>
              <a:t>Main student content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89204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5010912"/>
            <a:ext cx="409651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B34"/>
                </a:solidFill>
              </a:rPr>
              <a:t>footer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B34"/>
                </a:solidFill>
              </a:rPr>
              <a:t>Bottom credit line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8B"/>
                </a:solidFill>
              </a:rPr>
              <a:t>Launch web pages | 3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page uses the same layout sections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72"/>
                </a:solidFill>
              </a:rPr>
              <a:t>Students mostly edit text inside the cards.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754880" cy="48920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43000"/>
            <a:ext cx="4754880" cy="411480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" y="12801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1872" y="12801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26187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872"/>
                </a:solidFill>
              </a:rPr>
              <a:t>index.html layout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1783080"/>
            <a:ext cx="4389120" cy="77724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0208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Welcome to My Website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560320"/>
            <a:ext cx="4389120" cy="365760"/>
          </a:xfrm>
          <a:prstGeom prst="rect">
            <a:avLst/>
          </a:prstGeom>
          <a:solidFill>
            <a:srgbClr val="163D63"/>
          </a:solidFill>
          <a:ln w="12700">
            <a:solidFill>
              <a:srgbClr val="163D6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6791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Home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606040" y="26791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About Me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0480" y="26791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My Town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234440" y="320040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331012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99"/>
                </a:solidFill>
              </a:rPr>
              <a:t>Home Page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417320" y="3520440"/>
            <a:ext cx="338328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4005072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4114800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99"/>
                </a:solidFill>
              </a:rPr>
              <a:t>My Favorite Things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417320" y="4325112"/>
            <a:ext cx="338328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34440" y="4809744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491947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99"/>
                </a:solidFill>
              </a:rPr>
              <a:t>Picture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417320" y="5129784"/>
            <a:ext cx="338328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123444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1353312"/>
            <a:ext cx="15361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header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58200" y="13441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Page title and tagline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205740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2176272"/>
            <a:ext cx="15361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nav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58200" y="21671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Menu links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288036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7104" y="2999232"/>
            <a:ext cx="15361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main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29900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Content area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370332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0FDF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3822192"/>
            <a:ext cx="15361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section.card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58200" y="38130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Reusable content blocks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0" y="452628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7104" y="4645152"/>
            <a:ext cx="15361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footer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58200" y="46360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Credit at the bottom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989320" y="1325880"/>
            <a:ext cx="0" cy="4251960"/>
          </a:xfrm>
          <a:prstGeom prst="line">
            <a:avLst/>
          </a:prstGeom>
          <a:noFill/>
          <a:ln w="12700">
            <a:solidFill>
              <a:srgbClr val="CCD6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5650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F00"/>
                </a:solidFill>
              </a:rPr>
              <a:t>Tip for students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0" y="59436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2"/>
                </a:solidFill>
              </a:rPr>
              <a:t>Replace the bracketed text like [Your Name] and [replace this].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8B"/>
                </a:solidFill>
              </a:rPr>
              <a:t>Launch web pages | 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Navigation connects the pages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72"/>
                </a:solidFill>
              </a:rPr>
              <a:t>The href attribute tells the browser which file to open.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2542032"/>
            <a:ext cx="185623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index.html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Home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83480" y="132588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9784" y="1444752"/>
            <a:ext cx="185623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aboutme.html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About 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052560" y="242316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98864" y="2542032"/>
            <a:ext cx="1856232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mytown.html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My Town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2697480"/>
            <a:ext cx="1691640" cy="-914400"/>
          </a:xfrm>
          <a:prstGeom prst="line">
            <a:avLst/>
          </a:prstGeom>
          <a:noFill/>
          <a:ln w="25400">
            <a:solidFill>
              <a:srgbClr val="1F5F9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223760" y="1783080"/>
            <a:ext cx="1737360" cy="914400"/>
          </a:xfrm>
          <a:prstGeom prst="line">
            <a:avLst/>
          </a:prstGeom>
          <a:noFill/>
          <a:ln w="25400">
            <a:solidFill>
              <a:srgbClr val="1F5F9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15400" y="2944368"/>
            <a:ext cx="-5715000" cy="0"/>
          </a:xfrm>
          <a:prstGeom prst="line">
            <a:avLst/>
          </a:prstGeom>
          <a:noFill/>
          <a:ln w="25400">
            <a:solidFill>
              <a:srgbClr val="1F5F9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94560" y="4160520"/>
            <a:ext cx="7863840" cy="14630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4306824"/>
            <a:ext cx="7534656" cy="1207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href="index.html"&gt;Home&lt;/a&gt;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href="aboutme.html"&gt;About Me&lt;/a&gt;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href="mytown.html"&gt;My Town&lt;/a&gt;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8B"/>
                </a:solidFill>
              </a:rPr>
              <a:t>Launch web pages | 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controls the look of the page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72"/>
                </a:solidFill>
              </a:rPr>
              <a:t>CSS rules are made of a selector, property, and value.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931920" cy="2514600"/>
          </a:xfrm>
          <a:prstGeom prst="roundRect">
            <a:avLst>
              <a:gd name="adj" fmla="val 2909"/>
            </a:avLst>
          </a:prstGeom>
          <a:solidFill>
            <a:srgbClr val="11233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472184"/>
            <a:ext cx="3602736" cy="2258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#1f5f99;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30px 20px;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1389888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15584" y="1508760"/>
            <a:ext cx="176479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selector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which HTML part?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2331720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15584" y="2450592"/>
            <a:ext cx="176479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property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what to change?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3273552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FFF8E6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15584" y="3392424"/>
            <a:ext cx="176479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value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</a:rPr>
              <a:t>what setting?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1563624"/>
            <a:ext cx="731520" cy="91440"/>
          </a:xfrm>
          <a:prstGeom prst="line">
            <a:avLst/>
          </a:prstGeom>
          <a:noFill/>
          <a:ln w="25400">
            <a:solidFill>
              <a:srgbClr val="1F5F9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00600" y="2496312"/>
            <a:ext cx="731520" cy="109728"/>
          </a:xfrm>
          <a:prstGeom prst="line">
            <a:avLst/>
          </a:prstGeom>
          <a:noFill/>
          <a:ln w="25400">
            <a:solidFill>
              <a:srgbClr val="2F9E4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00600" y="3438144"/>
            <a:ext cx="731520" cy="128016"/>
          </a:xfrm>
          <a:prstGeom prst="line">
            <a:avLst/>
          </a:prstGeom>
          <a:noFill/>
          <a:ln w="25400">
            <a:solidFill>
              <a:srgbClr val="F59F0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0" y="1508760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1627632"/>
            <a:ext cx="2633472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E2B34"/>
                </a:solidFill>
              </a:rPr>
              <a:t>Result in the browser: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B34"/>
                </a:solidFill>
              </a:rPr>
              <a:t>The header becomes blue, the text becomes white, and the content is centered.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503920" y="4114800"/>
            <a:ext cx="2377440" cy="6858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43434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Header Example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8B"/>
                </a:solidFill>
              </a:rPr>
              <a:t>Launch web pages | 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CSS layout is simple and responsive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72"/>
                </a:solidFill>
              </a:rPr>
              <a:t>The page stays readable on large screens and phones.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143000"/>
            <a:ext cx="475488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463040"/>
            <a:ext cx="4297680" cy="50292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18488"/>
            <a:ext cx="4297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header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4297680" cy="320040"/>
          </a:xfrm>
          <a:prstGeom prst="rect">
            <a:avLst/>
          </a:prstGeom>
          <a:solidFill>
            <a:srgbClr val="163D63"/>
          </a:solidFill>
          <a:ln w="12700">
            <a:solidFill>
              <a:srgbClr val="163D6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03704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nav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2770632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953512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99"/>
                </a:solidFill>
              </a:rPr>
              <a:t>section.card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0" y="3520440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703320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99"/>
                </a:solidFill>
              </a:rPr>
              <a:t>section.card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0" y="4270248"/>
            <a:ext cx="374904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7620">
            <a:solidFill>
              <a:srgbClr val="CCD6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4453128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99"/>
                </a:solidFill>
              </a:rPr>
              <a:t>section.card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0" y="5394960"/>
            <a:ext cx="4297680" cy="320040"/>
          </a:xfrm>
          <a:prstGeom prst="rect">
            <a:avLst/>
          </a:prstGeom>
          <a:solidFill>
            <a:srgbClr val="163D63"/>
          </a:solidFill>
          <a:ln w="12700">
            <a:solidFill>
              <a:srgbClr val="163D6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495544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footer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0" y="1234440"/>
            <a:ext cx="457200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1380744"/>
            <a:ext cx="4242816" cy="2852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 900px;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25px auto;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0 20px;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white;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12px;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4800600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8E6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4919472"/>
            <a:ext cx="3959352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B34"/>
                </a:solidFill>
              </a:rPr>
              <a:t>max-width keeps content from becoming too wide.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B34"/>
                </a:solidFill>
              </a:rPr>
              <a:t>margin auto centers the page.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B34"/>
                </a:solidFill>
              </a:rPr>
              <a:t>.card makes each section look like a clean block.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8B"/>
                </a:solidFill>
              </a:rPr>
              <a:t>Launch web pages | 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students should edit first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72"/>
                </a:solidFill>
              </a:rPr>
              <a:t>Start with the text, then customize the design.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35024"/>
            <a:ext cx="4700016" cy="1755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 name is &lt;strong&gt;[Your Name]&lt;/strong&gt;.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 website is about me, my interests,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my town.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46520" y="141732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EEF6FF"/>
          </a:solidFill>
          <a:ln w="12700">
            <a:solidFill>
              <a:srgbClr val="1F5F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92824" y="1536192"/>
            <a:ext cx="382219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Replace bracketed 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40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[Your Name]  →  Alex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[Town or City Name]  →  Worcester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[replace this]  →  your own sentence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886200"/>
            <a:ext cx="5029200" cy="1600200"/>
          </a:xfrm>
          <a:prstGeom prst="roundRect">
            <a:avLst>
              <a:gd name="adj" fmla="val 4571"/>
            </a:avLst>
          </a:prstGeom>
          <a:solidFill>
            <a:srgbClr val="11233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4032504"/>
            <a:ext cx="4700016" cy="1344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#f4f7fb;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#1f5f99;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39776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2824" y="4096512"/>
            <a:ext cx="3822192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E2B34"/>
                </a:solidFill>
              </a:rPr>
              <a:t>Then try small CSS changes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46177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B34"/>
                </a:solidFill>
              </a:rPr>
              <a:t>Change one color, one font size, or one paragraph.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B34"/>
                </a:solidFill>
              </a:rPr>
              <a:t>Save the file. Refresh the browser.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8B"/>
                </a:solidFill>
              </a:rPr>
              <a:t>Launch web pages | 8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workflow: edit, save, 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872"/>
                </a:solidFill>
              </a:rPr>
              <a:t>A simple cycle for building the website.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0" y="1417320"/>
            <a:ext cx="640080" cy="640080"/>
          </a:xfrm>
          <a:prstGeom prst="ellipse">
            <a:avLst/>
          </a:prstGeom>
          <a:solidFill>
            <a:srgbClr val="1F5F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600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542032"/>
            <a:ext cx="162763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B34"/>
                </a:solidFill>
              </a:rPr>
              <a:t>Open the folder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B34"/>
                </a:solidFill>
              </a:rPr>
              <a:t>Keep all HTML and CSS files together.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11880" y="1417320"/>
            <a:ext cx="640080" cy="640080"/>
          </a:xfrm>
          <a:prstGeom prst="ellipse">
            <a:avLst/>
          </a:prstGeom>
          <a:solidFill>
            <a:srgbClr val="2F9E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600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2542032"/>
            <a:ext cx="162763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B34"/>
                </a:solidFill>
              </a:rPr>
              <a:t>Edit one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B34"/>
                </a:solidFill>
              </a:rPr>
              <a:t>Change text or CSS values.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0" y="1417320"/>
            <a:ext cx="640080" cy="64008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600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6636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12664" y="2542032"/>
            <a:ext cx="162763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B34"/>
                </a:solidFill>
              </a:rPr>
              <a:t>Save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B34"/>
                </a:solidFill>
              </a:rPr>
              <a:t>Use Ctrl+S often.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1417320"/>
            <a:ext cx="640080" cy="64008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1600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0664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2944" y="2542032"/>
            <a:ext cx="162763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B34"/>
                </a:solidFill>
              </a:rPr>
              <a:t>Refresh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B34"/>
                </a:solidFill>
              </a:rPr>
              <a:t>Use Ctrl+R or the refresh button.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332720" y="1417320"/>
            <a:ext cx="640080" cy="64008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0" y="1600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46920" y="242316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CD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93224" y="2542032"/>
            <a:ext cx="1627632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E2B34"/>
                </a:solidFill>
              </a:rPr>
              <a:t>Test links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B34"/>
                </a:solidFill>
              </a:rPr>
              <a:t>Click Home, About Me, and My Town.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103120" y="1737360"/>
            <a:ext cx="777240" cy="0"/>
          </a:xfrm>
          <a:prstGeom prst="line">
            <a:avLst/>
          </a:prstGeom>
          <a:noFill/>
          <a:ln w="25400">
            <a:solidFill>
              <a:srgbClr val="5B6872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43400" y="1737360"/>
            <a:ext cx="777240" cy="0"/>
          </a:xfrm>
          <a:prstGeom prst="line">
            <a:avLst/>
          </a:prstGeom>
          <a:noFill/>
          <a:ln w="25400">
            <a:solidFill>
              <a:srgbClr val="5B687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83680" y="1737360"/>
            <a:ext cx="777240" cy="0"/>
          </a:xfrm>
          <a:prstGeom prst="line">
            <a:avLst/>
          </a:prstGeom>
          <a:noFill/>
          <a:ln w="25400">
            <a:solidFill>
              <a:srgbClr val="5B687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823960" y="1737360"/>
            <a:ext cx="777240" cy="0"/>
          </a:xfrm>
          <a:prstGeom prst="line">
            <a:avLst/>
          </a:prstGeom>
          <a:noFill/>
          <a:ln w="25400">
            <a:solidFill>
              <a:srgbClr val="5B687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920240" y="461772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FFF8E6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66544" y="4736592"/>
            <a:ext cx="811987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E2B34"/>
                </a:solidFill>
              </a:rPr>
              <a:t>Final challenge: add one picture, one list, and one new color to personalize the site.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996696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C8B"/>
                </a:solidFill>
              </a:rPr>
              <a:t>Launch web pages | 9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Launch Web Pages Work</dc:title>
  <dc:subject>Launch student web page template explanation</dc:subject>
  <dc:creator>OpenAI</dc:creator>
  <cp:lastModifiedBy>OpenAI</cp:lastModifiedBy>
  <cp:revision>1</cp:revision>
  <dcterms:created xsi:type="dcterms:W3CDTF">2026-06-21T15:46:31Z</dcterms:created>
  <dcterms:modified xsi:type="dcterms:W3CDTF">2026-06-21T15:46:31Z</dcterms:modified>
</cp:coreProperties>
</file>